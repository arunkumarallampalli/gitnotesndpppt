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5BF605-04E0-4A72-8AA2-3A8680BB23E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Untitled Section" id="{423AD798-73D5-4534-954C-EA3FD3EDEC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9A4C29-21A2-4874-AF9E-A2554CCB1B9F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EED64-F7FE-4CD9-ABE9-787D9E46EA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644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EED64-F7FE-4CD9-ABE9-787D9E46EA1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603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6223-3868-279B-FC4B-B88EC3959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89D06-FC8F-D565-1FBD-55D90D0AF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EBD01-5F8D-67A7-49AB-773737A2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DB825-726A-E346-AD55-62CD8200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55359-88EF-A7F1-8EF0-6D9739B05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84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96CDE-E868-4E75-1D6F-BF6C310D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315CD-A9BB-7924-B14D-EEB53CA2E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768DA-5492-A14C-3D3B-24520FFE4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4FD76-4C26-F4F1-D156-A148963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45E47-F25C-97D6-896D-57423109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61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89A4-C661-F702-4598-423E75B1E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2FAB2-C65F-F065-89F0-E87C320C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09D7E-36A4-9BBD-81BE-DCF3DD30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B02CB-2D28-7B24-102F-094B7465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1C70F-0C57-A11B-E6DF-0DF3BE226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50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BD84-5C03-19BF-B0D9-0327FBC3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72F69-698B-C48B-78BB-11D50550A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FB635-3830-9BAD-BA3C-1209F323B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5DE8F-FB46-3273-10E2-DE8DA09B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46015-839C-CE75-D102-F9A6EB357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C5F54-8B02-3BAD-D518-F7BFD931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224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6DCF-7BE7-8628-8FDB-124C3964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71C50-5716-387D-14D1-B67580785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F4D0B-E1CE-6FE5-6CBE-2BDFF1097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A24E95-481C-90F0-1178-AE0F70F0E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43BB9-CBF9-3A35-B90B-F60E49DCA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A74F9-9DDF-78D0-209D-840F5319E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DCC84-256D-6BBF-4C2F-C167CE26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BE56F-8EAE-C384-07D4-D1852C72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802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89F38-6D68-CC09-DD9B-EFF92008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C3B1E-F6DD-3243-5063-B3DF0BC1D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571F6-427B-8B2C-2A93-A5695694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29D35-9AF2-5AF3-8E7A-3BF9CF34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16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BA625-DF25-F630-5E0F-97433A42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04044A-1FC6-3B4E-34DA-B35A7B76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D9E64-BE3C-A5ED-3628-E43F6E33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51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4677-946C-71E5-963C-EAFDA3888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932F0-8A75-993A-D13A-10025A94F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02AA3-D5B4-7A89-1482-BAFF54D6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BE82B-C5EC-DCE3-4C85-5025AE047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FFCF7-D70D-DE67-724C-D8D7F413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7D80D-BEEF-6BB7-5848-16C34342C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6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A9AB-5250-D64C-7231-DF5F75F1A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D5BD94-DE21-EA63-CCF8-E6E0AD1F3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1AFC7-D79F-6367-D58D-618B9EA62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A524D-3404-FCCE-18B4-EF45C3DDE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13E3C-97B1-87D2-82EA-6F6E270F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B625C-AD70-B6EB-A86D-7A80A5F71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653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19819-58F6-E55F-EFB4-C5565B01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AC3E9-559F-AF86-7E3D-05124D6AB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21346-4D09-23BE-D51F-DB8446C3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CBCC5-1DF7-68EE-0427-934E32C8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2797D-153F-DB9B-F6F5-45DAA902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2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7EF2CB-4E4C-2CFF-CB88-2DD5BD019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A084D-41B6-3055-7343-BB245A35D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18056-53CE-F6C3-650C-CC45238A9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86F7E-DF45-BBCB-C911-33F48CF6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3A04D-BB8F-22F1-3D03-06B1307A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8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E94B8-E5DE-7675-4A92-194ED4CAC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CE97C-F077-7719-2C30-BBD7DC273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A6631-91D2-6DE2-49AD-90122CC33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BF2EC-C858-4A7C-9887-657F627DF86D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C7A14-0B2E-133F-31E5-AB40D3031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4F8C-6406-384B-4D1F-1EBC6FBC9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576C6-1AA1-48E5-A3EA-CAE339218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8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FEDC6-19DF-5953-224D-320883418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Version Control </a:t>
            </a:r>
            <a:r>
              <a:rPr lang="en-US" dirty="0" err="1"/>
              <a:t>Softwares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EAE4B-827F-0F8B-0E3A-0C893222E4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174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301C-BD01-3B96-75E5-84440B7D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 Software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F30F6-5603-D57E-FF4B-5EF18564C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Contains multiple  developers.</a:t>
            </a:r>
          </a:p>
          <a:p>
            <a:r>
              <a:rPr lang="en-US" dirty="0"/>
              <a:t>How to integerate all the developers at working from different locations.</a:t>
            </a:r>
          </a:p>
          <a:p>
            <a:r>
              <a:rPr lang="en-US" dirty="0"/>
              <a:t>How to monitor  or trac code change</a:t>
            </a:r>
          </a:p>
          <a:p>
            <a:pPr lvl="1"/>
            <a:r>
              <a:rPr lang="en-US" dirty="0"/>
              <a:t>Who</a:t>
            </a:r>
          </a:p>
          <a:p>
            <a:pPr lvl="1"/>
            <a:r>
              <a:rPr lang="en-US" dirty="0"/>
              <a:t>When</a:t>
            </a:r>
          </a:p>
          <a:p>
            <a:pPr lvl="1"/>
            <a:r>
              <a:rPr lang="en-US" dirty="0"/>
              <a:t>What</a:t>
            </a:r>
          </a:p>
          <a:p>
            <a:pPr lvl="1"/>
            <a:r>
              <a:rPr lang="en-US" dirty="0"/>
              <a:t>why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245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A9AE9-1EA6-CB11-109B-AA4E1DFE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DDE7C3-1935-568F-583B-F875BE968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4390" y="1825625"/>
            <a:ext cx="7643219" cy="4351338"/>
          </a:xfrm>
        </p:spPr>
      </p:pic>
    </p:spTree>
    <p:extLst>
      <p:ext uri="{BB962C8B-B14F-4D97-AF65-F5344CB8AC3E}">
        <p14:creationId xmlns:p14="http://schemas.microsoft.com/office/powerpoint/2010/main" val="353279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A307-52C8-2D90-1DBF-9F496FB51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ED3E-8997-6A96-E342-5BA815BFE206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000" dirty="0"/>
              <a:t>Working Tree</a:t>
            </a:r>
          </a:p>
          <a:p>
            <a:r>
              <a:rPr lang="en-US" sz="2000" dirty="0"/>
              <a:t>Staging Area</a:t>
            </a:r>
          </a:p>
          <a:p>
            <a:r>
              <a:rPr lang="en-US" sz="2000" dirty="0"/>
              <a:t>Local Repository</a:t>
            </a:r>
          </a:p>
          <a:p>
            <a:r>
              <a:rPr lang="en-US" sz="2000" dirty="0"/>
              <a:t>Central Repository</a:t>
            </a:r>
            <a:endParaRPr lang="en-IN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3630C4-06DC-D428-A1EA-1FBE11E4885A}"/>
              </a:ext>
            </a:extLst>
          </p:cNvPr>
          <p:cNvSpPr/>
          <p:nvPr/>
        </p:nvSpPr>
        <p:spPr>
          <a:xfrm>
            <a:off x="8829588" y="4110087"/>
            <a:ext cx="2096078" cy="16308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E9133F-E212-5A74-FDE2-1EAF746811C0}"/>
              </a:ext>
            </a:extLst>
          </p:cNvPr>
          <p:cNvSpPr/>
          <p:nvPr/>
        </p:nvSpPr>
        <p:spPr>
          <a:xfrm>
            <a:off x="9125146" y="4477731"/>
            <a:ext cx="1376314" cy="791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Central Repo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87319-E4B6-C9F0-6A3B-39EEADE49AA5}"/>
              </a:ext>
            </a:extLst>
          </p:cNvPr>
          <p:cNvSpPr txBox="1"/>
          <p:nvPr/>
        </p:nvSpPr>
        <p:spPr>
          <a:xfrm>
            <a:off x="9346675" y="3727881"/>
            <a:ext cx="933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github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F16AC-7B60-8A66-47A8-0001836300CE}"/>
              </a:ext>
            </a:extLst>
          </p:cNvPr>
          <p:cNvSpPr txBox="1"/>
          <p:nvPr/>
        </p:nvSpPr>
        <p:spPr>
          <a:xfrm>
            <a:off x="9114539" y="5320587"/>
            <a:ext cx="159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Central Repo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A0227C-59FE-23EB-5B20-D8585660E3AC}"/>
              </a:ext>
            </a:extLst>
          </p:cNvPr>
          <p:cNvSpPr/>
          <p:nvPr/>
        </p:nvSpPr>
        <p:spPr>
          <a:xfrm>
            <a:off x="1716623" y="4110087"/>
            <a:ext cx="6390429" cy="16308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DDFC87-83B7-C4EA-29FE-7F6EB5DD2393}"/>
              </a:ext>
            </a:extLst>
          </p:cNvPr>
          <p:cNvSpPr txBox="1"/>
          <p:nvPr/>
        </p:nvSpPr>
        <p:spPr>
          <a:xfrm>
            <a:off x="4696117" y="5774277"/>
            <a:ext cx="933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Laptop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4124DB-EB82-270A-6AE1-852979806F0A}"/>
              </a:ext>
            </a:extLst>
          </p:cNvPr>
          <p:cNvSpPr/>
          <p:nvPr/>
        </p:nvSpPr>
        <p:spPr>
          <a:xfrm>
            <a:off x="1960769" y="4506012"/>
            <a:ext cx="1527142" cy="791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Working Tree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F21643-D1B4-8518-715A-929970279CEF}"/>
              </a:ext>
            </a:extLst>
          </p:cNvPr>
          <p:cNvSpPr/>
          <p:nvPr/>
        </p:nvSpPr>
        <p:spPr>
          <a:xfrm>
            <a:off x="4383462" y="4506012"/>
            <a:ext cx="1424423" cy="791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Staging Area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14CD20-2DE7-0997-BDE5-56C16001BC8A}"/>
              </a:ext>
            </a:extLst>
          </p:cNvPr>
          <p:cNvSpPr/>
          <p:nvPr/>
        </p:nvSpPr>
        <p:spPr>
          <a:xfrm>
            <a:off x="6415729" y="4506011"/>
            <a:ext cx="1527142" cy="791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 Repo</a:t>
            </a:r>
            <a:endParaRPr lang="en-I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B03989-447D-1DFE-D0A4-440E9496E5F1}"/>
              </a:ext>
            </a:extLst>
          </p:cNvPr>
          <p:cNvGrpSpPr/>
          <p:nvPr/>
        </p:nvGrpSpPr>
        <p:grpSpPr>
          <a:xfrm>
            <a:off x="921073" y="4435312"/>
            <a:ext cx="353116" cy="980385"/>
            <a:chOff x="1681113" y="4242062"/>
            <a:chExt cx="520832" cy="130089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EFDFC45-3A7C-9357-BA65-6496F98F8D9A}"/>
                </a:ext>
              </a:extLst>
            </p:cNvPr>
            <p:cNvSpPr/>
            <p:nvPr/>
          </p:nvSpPr>
          <p:spPr>
            <a:xfrm>
              <a:off x="1690540" y="4242062"/>
              <a:ext cx="511405" cy="56560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BD1321A-3D7D-8296-AEC4-CBDDD576E6F6}"/>
                </a:ext>
              </a:extLst>
            </p:cNvPr>
            <p:cNvCxnSpPr/>
            <p:nvPr/>
          </p:nvCxnSpPr>
          <p:spPr>
            <a:xfrm>
              <a:off x="1941922" y="4807670"/>
              <a:ext cx="0" cy="7352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DD5D2F8-5169-FD1C-AFE1-314CC96CB5CF}"/>
                </a:ext>
              </a:extLst>
            </p:cNvPr>
            <p:cNvCxnSpPr/>
            <p:nvPr/>
          </p:nvCxnSpPr>
          <p:spPr>
            <a:xfrm flipH="1">
              <a:off x="1681113" y="4813692"/>
              <a:ext cx="251382" cy="2202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2870DF-1B27-F3BE-B266-2E5C32B897C2}"/>
                </a:ext>
              </a:extLst>
            </p:cNvPr>
            <p:cNvCxnSpPr/>
            <p:nvPr/>
          </p:nvCxnSpPr>
          <p:spPr>
            <a:xfrm>
              <a:off x="1932494" y="4807670"/>
              <a:ext cx="267880" cy="2262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A5A36B-E25B-B21C-74E5-502690B7396D}"/>
              </a:ext>
            </a:extLst>
          </p:cNvPr>
          <p:cNvCxnSpPr>
            <a:cxnSpLocks/>
          </p:cNvCxnSpPr>
          <p:nvPr/>
        </p:nvCxnSpPr>
        <p:spPr>
          <a:xfrm>
            <a:off x="1340171" y="4986776"/>
            <a:ext cx="3095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49361D6-D154-D9A5-6909-7E45AB41EDBE}"/>
              </a:ext>
            </a:extLst>
          </p:cNvPr>
          <p:cNvCxnSpPr>
            <a:cxnSpLocks/>
          </p:cNvCxnSpPr>
          <p:nvPr/>
        </p:nvCxnSpPr>
        <p:spPr>
          <a:xfrm>
            <a:off x="3563327" y="4897226"/>
            <a:ext cx="7541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303ADC-021F-7241-C5CD-303E1F035B13}"/>
              </a:ext>
            </a:extLst>
          </p:cNvPr>
          <p:cNvCxnSpPr>
            <a:cxnSpLocks/>
          </p:cNvCxnSpPr>
          <p:nvPr/>
        </p:nvCxnSpPr>
        <p:spPr>
          <a:xfrm>
            <a:off x="5807885" y="4950648"/>
            <a:ext cx="5662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CACDA2-D442-7113-5ACF-23488DCFDBBE}"/>
              </a:ext>
            </a:extLst>
          </p:cNvPr>
          <p:cNvCxnSpPr/>
          <p:nvPr/>
        </p:nvCxnSpPr>
        <p:spPr>
          <a:xfrm>
            <a:off x="7942871" y="4925505"/>
            <a:ext cx="11716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A54803F-476E-CE0F-99E4-8558DC666A4C}"/>
              </a:ext>
            </a:extLst>
          </p:cNvPr>
          <p:cNvSpPr txBox="1"/>
          <p:nvPr/>
        </p:nvSpPr>
        <p:spPr>
          <a:xfrm>
            <a:off x="2267145" y="4093529"/>
            <a:ext cx="933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gitinit</a:t>
            </a:r>
            <a:endParaRPr lang="en-IN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6BC7FD-7CD9-6EB7-1D94-0C40CEB3AC0A}"/>
              </a:ext>
            </a:extLst>
          </p:cNvPr>
          <p:cNvSpPr txBox="1"/>
          <p:nvPr/>
        </p:nvSpPr>
        <p:spPr>
          <a:xfrm>
            <a:off x="3493409" y="4435312"/>
            <a:ext cx="9332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gitadd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E24F35-E59C-A2C3-AFBD-4FAD1AE12AD3}"/>
              </a:ext>
            </a:extLst>
          </p:cNvPr>
          <p:cNvSpPr txBox="1"/>
          <p:nvPr/>
        </p:nvSpPr>
        <p:spPr>
          <a:xfrm>
            <a:off x="2190938" y="5331216"/>
            <a:ext cx="1259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git status</a:t>
            </a:r>
            <a:endParaRPr lang="en-IN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CB8044-246D-0292-19DC-3617ED1ECB81}"/>
              </a:ext>
            </a:extLst>
          </p:cNvPr>
          <p:cNvSpPr txBox="1"/>
          <p:nvPr/>
        </p:nvSpPr>
        <p:spPr>
          <a:xfrm>
            <a:off x="5746030" y="4311870"/>
            <a:ext cx="1339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git </a:t>
            </a:r>
          </a:p>
          <a:p>
            <a:r>
              <a:rPr lang="en-US" sz="1400" dirty="0"/>
              <a:t>commit</a:t>
            </a:r>
            <a:endParaRPr lang="en-IN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28B254-ADF3-BF24-13C5-CCF9244F655B}"/>
              </a:ext>
            </a:extLst>
          </p:cNvPr>
          <p:cNvSpPr txBox="1"/>
          <p:nvPr/>
        </p:nvSpPr>
        <p:spPr>
          <a:xfrm>
            <a:off x="6694602" y="5282882"/>
            <a:ext cx="133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log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52A269-8FED-0C3B-8CD8-CD997D83965F}"/>
              </a:ext>
            </a:extLst>
          </p:cNvPr>
          <p:cNvSpPr txBox="1"/>
          <p:nvPr/>
        </p:nvSpPr>
        <p:spPr>
          <a:xfrm>
            <a:off x="8054817" y="4568129"/>
            <a:ext cx="13393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git push</a:t>
            </a:r>
            <a:endParaRPr lang="en-IN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5AA22D-E4A6-84A6-40A5-EDAE91A796D7}"/>
              </a:ext>
            </a:extLst>
          </p:cNvPr>
          <p:cNvSpPr txBox="1"/>
          <p:nvPr/>
        </p:nvSpPr>
        <p:spPr>
          <a:xfrm>
            <a:off x="6090987" y="2301791"/>
            <a:ext cx="4411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	</a:t>
            </a:r>
          </a:p>
          <a:p>
            <a:r>
              <a:rPr lang="en-US" sz="1400" dirty="0"/>
              <a:t>2.</a:t>
            </a:r>
          </a:p>
          <a:p>
            <a:r>
              <a:rPr lang="en-US" sz="1400" dirty="0"/>
              <a:t>3.For the first time git push it will ask you for user    credential</a:t>
            </a:r>
            <a:endParaRPr lang="en-IN" sz="14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F90C3E7-331B-4A22-0BCD-8E6BE661BF0D}"/>
              </a:ext>
            </a:extLst>
          </p:cNvPr>
          <p:cNvCxnSpPr/>
          <p:nvPr/>
        </p:nvCxnSpPr>
        <p:spPr>
          <a:xfrm>
            <a:off x="8528705" y="4925505"/>
            <a:ext cx="0" cy="966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35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3C36-E9CC-DB88-2162-3AFC2E66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Repo Practical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B5CAA-C03B-CA3F-7E39-A3E8DF487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git repo (public)</a:t>
            </a:r>
          </a:p>
          <a:p>
            <a:pPr lvl="1"/>
            <a:r>
              <a:rPr lang="en-US" dirty="0"/>
              <a:t>Ex: </a:t>
            </a:r>
            <a:r>
              <a:rPr lang="en-US" dirty="0">
                <a:hlinkClick r:id="rId2"/>
              </a:rPr>
              <a:t>https://github.com</a:t>
            </a:r>
            <a:endParaRPr lang="en-US" dirty="0"/>
          </a:p>
          <a:p>
            <a:r>
              <a:rPr lang="en-IN" dirty="0"/>
              <a:t>Copy Script from git repo and execute it in git bash</a:t>
            </a:r>
          </a:p>
          <a:p>
            <a:pPr lvl="1"/>
            <a:r>
              <a:rPr lang="en-IN" dirty="0"/>
              <a:t>Note : Git bash is a client to perform git operations with </a:t>
            </a:r>
            <a:r>
              <a:rPr lang="en-IN" dirty="0" err="1"/>
              <a:t>github</a:t>
            </a:r>
            <a:r>
              <a:rPr lang="en-IN" dirty="0"/>
              <a:t> repo</a:t>
            </a:r>
          </a:p>
          <a:p>
            <a:pPr lvl="1"/>
            <a:r>
              <a:rPr lang="en-IN" dirty="0"/>
              <a:t>Note : When we execute git push for first it will ask for git account credentials/token.</a:t>
            </a:r>
          </a:p>
          <a:p>
            <a:pPr lvl="1"/>
            <a:r>
              <a:rPr lang="en-IN" dirty="0"/>
              <a:t>Note : It will save our git account credentials in “Windows Credential Manager”. If we want to connect with diff </a:t>
            </a:r>
            <a:r>
              <a:rPr lang="en-IN" dirty="0" err="1"/>
              <a:t>github</a:t>
            </a:r>
            <a:r>
              <a:rPr lang="en-IN" dirty="0"/>
              <a:t> account then remove those credentials.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653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F66A-BDDA-D52C-E846-B5871FAC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Bash commands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993DD-0BAB-554C-EA94-00DAC88A4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</a:t>
            </a:r>
            <a:r>
              <a:rPr lang="en-US" dirty="0" err="1"/>
              <a:t>init</a:t>
            </a:r>
            <a:r>
              <a:rPr lang="en-US" dirty="0"/>
              <a:t> : To Initialize working tree.</a:t>
            </a:r>
          </a:p>
          <a:p>
            <a:r>
              <a:rPr lang="en-US" dirty="0"/>
              <a:t>Git status : To check the staging area.</a:t>
            </a:r>
          </a:p>
          <a:p>
            <a:r>
              <a:rPr lang="en-US" dirty="0"/>
              <a:t>Git add : To add files to the staging area.</a:t>
            </a:r>
          </a:p>
          <a:p>
            <a:r>
              <a:rPr lang="en-US" dirty="0"/>
              <a:t>Git commit : Send files from the staging area to the local repository.</a:t>
            </a:r>
          </a:p>
          <a:p>
            <a:r>
              <a:rPr lang="en-US" dirty="0"/>
              <a:t>Git log : To check the commit history.</a:t>
            </a:r>
          </a:p>
          <a:p>
            <a:r>
              <a:rPr lang="en-US" dirty="0"/>
              <a:t>Git push : To send files from local repo to central repo.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558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25947-DA73-C74A-2060-6DAF2C50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E6CF35-3BB0-E0AD-9516-4B954B4B4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326" y="1844647"/>
            <a:ext cx="8169348" cy="4313294"/>
          </a:xfrm>
        </p:spPr>
      </p:pic>
    </p:spTree>
    <p:extLst>
      <p:ext uri="{BB962C8B-B14F-4D97-AF65-F5344CB8AC3E}">
        <p14:creationId xmlns:p14="http://schemas.microsoft.com/office/powerpoint/2010/main" val="84012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8EF8-C6AB-59DF-E48E-D2232B66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3DF4F3-7302-176A-64CA-59B475D95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0996" y="2858195"/>
            <a:ext cx="6790008" cy="2286198"/>
          </a:xfrm>
        </p:spPr>
      </p:pic>
    </p:spTree>
    <p:extLst>
      <p:ext uri="{BB962C8B-B14F-4D97-AF65-F5344CB8AC3E}">
        <p14:creationId xmlns:p14="http://schemas.microsoft.com/office/powerpoint/2010/main" val="315152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C3841-ECD9-1D5C-BF98-0428320C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4D7ACF-0CB1-8B69-10C5-E70F67B68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876" y="2370472"/>
            <a:ext cx="7468247" cy="3261643"/>
          </a:xfrm>
        </p:spPr>
      </p:pic>
    </p:spTree>
    <p:extLst>
      <p:ext uri="{BB962C8B-B14F-4D97-AF65-F5344CB8AC3E}">
        <p14:creationId xmlns:p14="http://schemas.microsoft.com/office/powerpoint/2010/main" val="3155666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84DC-C33A-15F1-223D-6BD3262B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1D34F7-6B06-7BED-70D3-C10B145AD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671" y="2526696"/>
            <a:ext cx="8504657" cy="2949196"/>
          </a:xfrm>
        </p:spPr>
      </p:pic>
    </p:spTree>
    <p:extLst>
      <p:ext uri="{BB962C8B-B14F-4D97-AF65-F5344CB8AC3E}">
        <p14:creationId xmlns:p14="http://schemas.microsoft.com/office/powerpoint/2010/main" val="549370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0E28-4C41-7BB7-AD0E-F44DF1C1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8BB3B9-40F7-FEA1-7661-079E8BD9E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7702" y="2549558"/>
            <a:ext cx="6416596" cy="2903472"/>
          </a:xfrm>
        </p:spPr>
      </p:pic>
    </p:spTree>
    <p:extLst>
      <p:ext uri="{BB962C8B-B14F-4D97-AF65-F5344CB8AC3E}">
        <p14:creationId xmlns:p14="http://schemas.microsoft.com/office/powerpoint/2010/main" val="19214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243</Words>
  <Application>Microsoft Office PowerPoint</Application>
  <PresentationFormat>Widescreen</PresentationFormat>
  <Paragraphs>46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Version Control Softwares</vt:lpstr>
      <vt:lpstr>Version Control Software</vt:lpstr>
      <vt:lpstr>PowerPoint Presentation</vt:lpstr>
      <vt:lpstr>Git Architecture</vt:lpstr>
      <vt:lpstr>Git Repo Practical</vt:lpstr>
      <vt:lpstr>Git Bash commands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Sushma P</dc:creator>
  <cp:lastModifiedBy>Sushma P</cp:lastModifiedBy>
  <cp:revision>6</cp:revision>
  <dcterms:created xsi:type="dcterms:W3CDTF">2025-05-01T05:05:27Z</dcterms:created>
  <dcterms:modified xsi:type="dcterms:W3CDTF">2025-05-01T07:28:00Z</dcterms:modified>
</cp:coreProperties>
</file>